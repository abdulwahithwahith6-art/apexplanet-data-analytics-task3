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Supermarket Sales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ApexPlanet Data Analytics Internship – Task 5</a:t>
            </a:r>
          </a:p>
          <a:p>
            <a:pPr>
              <a:spcAft>
                <a:spcPts val="1100"/>
              </a:spcAft>
              <a:defRPr sz="1800"/>
            </a:pPr>
            <a:r>
              <a:t>• Final Reporting, Automation &amp; Presentation</a:t>
            </a:r>
          </a:p>
          <a:p>
            <a:pPr>
              <a:spcAft>
                <a:spcPts val="1100"/>
              </a:spcAft>
              <a:defRPr sz="1800"/>
            </a:pPr>
            <a:r>
              <a:t>• Tools: Python, SQL, Power BI,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Transform supermarket transaction data into useful business insights.</a:t>
            </a:r>
          </a:p>
          <a:p>
            <a:pPr>
              <a:spcAft>
                <a:spcPts val="1100"/>
              </a:spcAft>
              <a:defRPr sz="1800"/>
            </a:pPr>
            <a:r>
              <a:t>• Clean and validate the source data.</a:t>
            </a:r>
          </a:p>
          <a:p>
            <a:pPr>
              <a:spcAft>
                <a:spcPts val="1100"/>
              </a:spcAft>
              <a:defRPr sz="1800"/>
            </a:pPr>
            <a:r>
              <a:t>• Perform exploratory and SQL-based analysis.</a:t>
            </a:r>
          </a:p>
          <a:p>
            <a:pPr>
              <a:spcAft>
                <a:spcPts val="1100"/>
              </a:spcAft>
              <a:defRPr sz="1800"/>
            </a:pPr>
            <a:r>
              <a:t>• Create interactive dashboards.</a:t>
            </a:r>
          </a:p>
          <a:p>
            <a:pPr>
              <a:spcAft>
                <a:spcPts val="1100"/>
              </a:spcAft>
              <a:defRPr sz="1800"/>
            </a:pPr>
            <a:r>
              <a:t>• Automate repeatable analytics and reporting tasks.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Source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Dataset: supermarket sales transaction data.</a:t>
            </a:r>
          </a:p>
          <a:p>
            <a:pPr>
              <a:spcAft>
                <a:spcPts val="1100"/>
              </a:spcAft>
              <a:defRPr sz="1800"/>
            </a:pPr>
            <a:r>
              <a:t>• 10 records and 13 columns.</a:t>
            </a:r>
          </a:p>
          <a:p>
            <a:pPr>
              <a:spcAft>
                <a:spcPts val="1100"/>
              </a:spcAft>
              <a:defRPr sz="1800"/>
            </a:pPr>
            <a:r>
              <a:t>• Key fields include Date, Branch, City, Product_Line, Quantity, Total, Payment and Rating.</a:t>
            </a:r>
          </a:p>
          <a:p>
            <a:pPr>
              <a:spcAft>
                <a:spcPts val="1100"/>
              </a:spcAft>
              <a:defRPr sz="1800"/>
            </a:pPr>
            <a:r>
              <a:t>• Workflow: raw data → cleaning → EDA → SQL → dashboards → automation → final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Quality &amp; Statistical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Records: 10</a:t>
            </a:r>
          </a:p>
          <a:p>
            <a:pPr>
              <a:spcAft>
                <a:spcPts val="1100"/>
              </a:spcAft>
              <a:defRPr sz="1800"/>
            </a:pPr>
            <a:r>
              <a:t>• Columns: 13</a:t>
            </a:r>
          </a:p>
          <a:p>
            <a:pPr>
              <a:spcAft>
                <a:spcPts val="1100"/>
              </a:spcAft>
              <a:defRPr sz="1800"/>
            </a:pPr>
            <a:r>
              <a:t>• Missing values: 0</a:t>
            </a:r>
          </a:p>
          <a:p>
            <a:pPr>
              <a:spcAft>
                <a:spcPts val="1100"/>
              </a:spcAft>
              <a:defRPr sz="1800"/>
            </a:pPr>
            <a:r>
              <a:t>• Duplicate rows: 0</a:t>
            </a:r>
          </a:p>
          <a:p>
            <a:pPr>
              <a:spcAft>
                <a:spcPts val="1100"/>
              </a:spcAft>
              <a:defRPr sz="1800"/>
            </a:pPr>
            <a:r>
              <a:t>• Total sales: 10,500</a:t>
            </a:r>
          </a:p>
          <a:p>
            <a:pPr>
              <a:spcAft>
                <a:spcPts val="1100"/>
              </a:spcAft>
              <a:defRPr sz="1800"/>
            </a:pPr>
            <a:r>
              <a:t>• Average sales: 1,050</a:t>
            </a:r>
          </a:p>
          <a:p>
            <a:pPr>
              <a:spcAft>
                <a:spcPts val="1100"/>
              </a:spcAft>
              <a:defRPr sz="1800"/>
            </a:pPr>
            <a:r>
              <a:t>• Average quantity: 3</a:t>
            </a:r>
          </a:p>
          <a:p>
            <a:pPr>
              <a:spcAft>
                <a:spcPts val="1100"/>
              </a:spcAft>
              <a:defRPr sz="1800"/>
            </a:pPr>
            <a:r>
              <a:t>• Average rating: 8.7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Sales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Branch A has the highest sales: 3,832.5.</a:t>
            </a:r>
          </a:p>
          <a:p>
            <a:pPr>
              <a:spcAft>
                <a:spcPts val="1100"/>
              </a:spcAft>
              <a:defRPr sz="1800"/>
            </a:pPr>
            <a:r>
              <a:t>• Branch C follows with 3,727.5.</a:t>
            </a:r>
          </a:p>
          <a:p>
            <a:pPr>
              <a:spcAft>
                <a:spcPts val="1100"/>
              </a:spcAft>
              <a:defRPr sz="1800"/>
            </a:pPr>
            <a:r>
              <a:t>• Branch B has the lowest sales: 2,940.0.</a:t>
            </a:r>
          </a:p>
          <a:p>
            <a:pPr>
              <a:spcAft>
                <a:spcPts val="1100"/>
              </a:spcAft>
              <a:defRPr sz="1800"/>
            </a:pPr>
            <a:r>
              <a:t>• City ranking: Coimbatore → Bangalore → Chennai.</a:t>
            </a:r>
          </a:p>
          <a:p>
            <a:pPr>
              <a:spcAft>
                <a:spcPts val="1100"/>
              </a:spcAft>
              <a:defRPr sz="1800"/>
            </a:pPr>
            <a:r>
              <a:t>• Sales per transaction range from 525 to 1,680.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&amp; Tableau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Power BI dashboard: Task3_PowerBI_Dashboard.pbix</a:t>
            </a:r>
          </a:p>
          <a:p>
            <a:pPr>
              <a:spcAft>
                <a:spcPts val="1100"/>
              </a:spcAft>
              <a:defRPr sz="1800"/>
            </a:pPr>
            <a:r>
              <a:t>• Tableau dashboard: Task4_Tableau_Dashboard.twbx</a:t>
            </a:r>
          </a:p>
          <a:p>
            <a:pPr>
              <a:spcAft>
                <a:spcPts val="1100"/>
              </a:spcAft>
              <a:defRPr sz="1800"/>
            </a:pPr>
            <a:r>
              <a:t>• KPI views: Total Sales, Total Orders and Average Rating.</a:t>
            </a:r>
          </a:p>
          <a:p>
            <a:pPr>
              <a:spcAft>
                <a:spcPts val="1100"/>
              </a:spcAft>
              <a:defRPr sz="1800"/>
            </a:pPr>
            <a:r>
              <a:t>• Sales-by-city visualization supports location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Automation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Script: scripts/automation_pipeline.py</a:t>
            </a:r>
          </a:p>
          <a:p>
            <a:pPr>
              <a:spcAft>
                <a:spcPts val="1100"/>
              </a:spcAft>
              <a:defRPr sz="1800"/>
            </a:pPr>
            <a:r>
              <a:t>• Loads raw CSV data.</a:t>
            </a:r>
          </a:p>
          <a:p>
            <a:pPr>
              <a:spcAft>
                <a:spcPts val="1100"/>
              </a:spcAft>
              <a:defRPr sz="1800"/>
            </a:pPr>
            <a:r>
              <a:t>• Checks missing values and duplicates.</a:t>
            </a:r>
          </a:p>
          <a:p>
            <a:pPr>
              <a:spcAft>
                <a:spcPts val="1100"/>
              </a:spcAft>
              <a:defRPr sz="1800"/>
            </a:pPr>
            <a:r>
              <a:t>• Cleans data and converts Date.</a:t>
            </a:r>
          </a:p>
          <a:p>
            <a:pPr>
              <a:spcAft>
                <a:spcPts val="1100"/>
              </a:spcAft>
              <a:defRPr sz="1800"/>
            </a:pPr>
            <a:r>
              <a:t>• Exports processed data and summary reports.</a:t>
            </a:r>
          </a:p>
          <a:p>
            <a:pPr>
              <a:spcAft>
                <a:spcPts val="1100"/>
              </a:spcAft>
              <a:defRPr sz="1800"/>
            </a:pPr>
            <a:r>
              <a:t>• Generates sales-by-branch and sales-by-city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Recommendations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Monitor Branch B / Chennai because it has the lowest sales in the current sample.</a:t>
            </a:r>
          </a:p>
          <a:p>
            <a:pPr>
              <a:spcAft>
                <a:spcPts val="1100"/>
              </a:spcAft>
              <a:defRPr sz="1800"/>
            </a:pPr>
            <a:r>
              <a:t>• Use branch and city comparisons for periodic sales reviews.</a:t>
            </a:r>
          </a:p>
          <a:p>
            <a:pPr>
              <a:spcAft>
                <a:spcPts val="1100"/>
              </a:spcAft>
              <a:defRPr sz="1800"/>
            </a:pPr>
            <a:r>
              <a:t>• Continue tracking ratings alongside sales.</a:t>
            </a:r>
          </a:p>
          <a:p>
            <a:pPr>
              <a:spcAft>
                <a:spcPts val="1100"/>
              </a:spcAft>
              <a:defRPr sz="1800"/>
            </a:pPr>
            <a:r>
              <a:t>• Limitation: only 10 records are available, so findings should not be generalized.</a:t>
            </a:r>
          </a:p>
          <a:p>
            <a:pPr>
              <a:spcAft>
                <a:spcPts val="1100"/>
              </a:spcAft>
              <a:defRPr sz="1800"/>
            </a:pPr>
            <a:r>
              <a:t>• Predictive modelling would require a larger historical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/>
            </a:pPr>
            <a:r>
              <a:t>• The project demonstrates an end-to-end analytics workflow.</a:t>
            </a:r>
          </a:p>
          <a:p>
            <a:pPr>
              <a:spcAft>
                <a:spcPts val="1100"/>
              </a:spcAft>
              <a:defRPr sz="1800"/>
            </a:pPr>
            <a:r>
              <a:t>• Automation improves repeatability and consistency.</a:t>
            </a:r>
          </a:p>
          <a:p>
            <a:pPr>
              <a:spcAft>
                <a:spcPts val="1100"/>
              </a:spcAft>
              <a:defRPr sz="1800"/>
            </a:pPr>
            <a:r>
              <a:t>• Future scope: larger datasets, scheduled automation, richer time trends, additional dashboard filters and predictive modelling.</a:t>
            </a:r>
          </a:p>
          <a:p>
            <a:pPr>
              <a:spcAft>
                <a:spcPts val="1100"/>
              </a:spcAft>
              <a:defRPr sz="1800"/>
            </a:pPr>
            <a:r>
              <a:t>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